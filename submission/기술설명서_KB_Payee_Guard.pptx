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400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제8회 KB A.I Challenge · 예선 기술설명서 · 금융 자유주제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KB Payee Guard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계약서 기반 해외송금 무결성 게이트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2788920"/>
            <a:ext cx="2011680" cy="2743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0632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법으로 이미 제출되는 계약서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읽어, 계좌 변경 지시가 계약이 정한 절차를 따랐는지 대조합니다.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37947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 제품은 계좌라는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검증합니다. 값은 사기범이 통제할 수 있습니다.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우리는 그 값이 온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3F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검증합니다. 경로 규칙은 계약 체결 시점에 잠겨 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메일 한 통에 대금 전액이 사라집니다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029200" cy="2286000"/>
          </a:xfrm>
          <a:prstGeom prst="roundRect">
            <a:avLst>
              <a:gd name="adj" fmla="val 3200"/>
            </a:avLst>
          </a:prstGeom>
          <a:solidFill>
            <a:srgbClr val="1B3C5E"/>
          </a:solidFill>
          <a:ln w="12700">
            <a:solidFill>
              <a:srgbClr val="1B3C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0020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"회계감사로 거래 은행을 변경했습니다.
새 계좌로 송금 부탁드립니다."
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3년 거래한 담당자 이름, 첨부된 인보이스, 늘 쓰던 서명.
12만 유로를 송금합니다.
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 뒤 —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"대금이 아직 안 들어왔는데요."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도메인이 @bauer-gmbh.de 가 아니라 @bauer-gmbh.co 였습니다 — 글자 하나.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0" y="137160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1,600건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760720" y="20482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접수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0" y="23134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2021~25 상반기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0" y="137160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14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전액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315200" y="20482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건당 손실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0" y="23134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부분 손실 없음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274320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1B3C5E"/>
          </a:solidFill>
          <a:ln w="12700">
            <a:solidFill>
              <a:srgbClr val="1B3C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2926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회수 가능성 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사실상 0</a:t>
            </a:r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해외 계좌에서 즉시 인출됩니다.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75945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금융감독원 / KBS 보도 · 회수 불가는 KOTRA 매뉴얼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기존 방어선이 전부 비껴가는 케이스가 있습니다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1B3C5E"/>
          </a:solidFill>
          <a:ln w="12700">
            <a:solidFill>
              <a:srgbClr val="1B3C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35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메일 보안 (Proofpoint · Trend Micro)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09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도메인·문체를 봅니다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0" y="156362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계정이 탈취되면 도메인이 진짜입니다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1B3C5E"/>
          </a:solidFill>
          <a:ln w="12700">
            <a:solidFill>
              <a:srgbClr val="1B3C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042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벤더 마스터 (Trustpair · Eftsure)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578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 계좌 이력을 봅니다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0" y="243230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정당한 변경과 사기를 못 가릅니다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063240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1B3C5E"/>
          </a:solidFill>
          <a:ln w="12700">
            <a:solidFill>
              <a:srgbClr val="1B3C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1729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 대조 (EU VoP · iPiD · 국내 은행)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4472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이름↔계좌를 봅니다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0" y="330098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법인명으로 계좌를 열면 통과합니다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950208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24506B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그럼 무엇이 남는가?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계좌번호가 바뀌었다는 사실, 그리고 </a:t>
            </a:r>
            <a:pPr indent="0" marL="0">
              <a:buNone/>
            </a:pPr>
            <a:r>
              <a:rPr lang="en-US" sz="1300" b="1" dirty="0">
                <a:solidFill>
                  <a:srgbClr val="3F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지시가 계약서가 정한 경로로 오지 않았다는 사실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입니다.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75945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벤더 자신의 인정: "사기범이 정확한 법인명으로 계좌를 개설하면 이름 대조는 통과한다" — Eftsure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 가능성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규제는 지시했고, 서류는 이미 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114800" cy="1508760"/>
          </a:xfrm>
          <a:prstGeom prst="roundRect">
            <a:avLst>
              <a:gd name="adj" fmla="val 4848"/>
            </a:avLst>
          </a:prstGeom>
          <a:solidFill>
            <a:srgbClr val="1B3C5E"/>
          </a:solidFill>
          <a:ln w="12700">
            <a:solidFill>
              <a:srgbClr val="1B3C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금융감독원 → 전 은행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70992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"수취인 국가와 수취 은행 소재 국가가 서로 다르거나 계좌번호가 평소와 다른 경우 다시 확인하는 절차를 거치도록"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1280160"/>
            <a:ext cx="3749040" cy="1508760"/>
          </a:xfrm>
          <a:prstGeom prst="roundRect">
            <a:avLst>
              <a:gd name="adj" fmla="val 4848"/>
            </a:avLst>
          </a:prstGeom>
          <a:solidFill>
            <a:srgbClr val="1B3C5E"/>
          </a:solidFill>
          <a:ln w="12700">
            <a:solidFill>
              <a:srgbClr val="1B3C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외국환거래법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0" y="170992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 10만 달러 초과 송금은 계약서 등 지급 사유 입증 서류 제출 의무. 은행은 이미 계약서를 받고 있습니다.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971800"/>
            <a:ext cx="8138160" cy="1051560"/>
          </a:xfrm>
          <a:prstGeom prst="roundRect">
            <a:avLst>
              <a:gd name="adj" fmla="val 6957"/>
            </a:avLst>
          </a:prstGeom>
          <a:solidFill>
            <a:srgbClr val="24506B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1546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은행은 그 계약서로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"정당한 거래 목적인가"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(자금세탁 방지)를 확인합니다.
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그런데 계약서가 정한 상대방·결제조건·계좌 변경 절차와 실제 송금이 일치하는지는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확인하지 않습니다.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2245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A8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서류는 이미 옵니다. 아무도 읽지 않을 뿐입니다.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창의성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계좌라는 값이 아니라, 그 값이 온 경로를 봅니다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931920" cy="1965960"/>
          </a:xfrm>
          <a:prstGeom prst="roundRect">
            <a:avLst>
              <a:gd name="adj" fmla="val 3721"/>
            </a:avLst>
          </a:prstGeom>
          <a:solidFill>
            <a:srgbClr val="1B3C5E"/>
          </a:solidFill>
          <a:ln w="12700">
            <a:solidFill>
              <a:srgbClr val="1B3C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제출된 계약서 (2023-04-11)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755648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상대방      BAUER GmbH
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소재지      Stuttgart, Germany
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결제조건    Irrevocable L/C
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§14 변경    </a:t>
            </a:r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"서면 합의로만"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886200" cy="1965960"/>
          </a:xfrm>
          <a:prstGeom prst="roundRect">
            <a:avLst>
              <a:gd name="adj" fmla="val 3721"/>
            </a:avLst>
          </a:prstGeom>
          <a:solidFill>
            <a:srgbClr val="1B3C5E"/>
          </a:solidFill>
          <a:ln w="12700">
            <a:solidFill>
              <a:srgbClr val="1B3C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송금 신청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83480" y="1755648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수취계좌    LT12 … 47  (리투아니아)
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송금방식    T/T
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계좌 지시   </a:t>
            </a:r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C144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이메일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401568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4290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45643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§14는 서면 합의를 요구하는데 이번 지시는 이메일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858768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8862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91363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상대방은 독일인데 계좌 개설국이 리투아니아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315968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3434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437083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계약은 L/C인데 이번엔 T/T — 은행 보증이 사라집니다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75945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§Notices·§Amendment는 계약 체결 시점에 확정됩니다 — 사기범이 사후에 바꿀 수 없습니다.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적정성 · 실측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AI가 없으면 이 제품은 성립하지 않습니다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S16의 계산은  [계약이 허용한 경로] ∩ [이번 지시가 온 경로]  입니다.
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오른쪽은 은행이 신청 폼으로 묻습니다. 왼쪽은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계약서 자연어에만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있습니다.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3A2320"/>
          </a:solidFill>
          <a:ln w="12700">
            <a:solidFill>
              <a:srgbClr val="3A23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정규식 추출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45059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14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30.0%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9436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245059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14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20.8%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46888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011680"/>
            <a:ext cx="3886200" cy="1737360"/>
          </a:xfrm>
          <a:prstGeom prst="roundRect">
            <a:avLst>
              <a:gd name="adj" fmla="val 4211"/>
            </a:avLst>
          </a:prstGeom>
          <a:solidFill>
            <a:srgbClr val="12352E"/>
          </a:solidFill>
          <a:ln w="12700">
            <a:solidFill>
              <a:srgbClr val="1235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추출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45059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A8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90.0%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84632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20840" y="245059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A8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91.7%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72084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8587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정규식은 해석에서 지기 전에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조항을 찾지 못합니다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오답 21건 중 19건이 미탐지.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계약서마다 조항의 제목·번호 체계·배치가 다르고 본문에 섞여 있기 때문입니다.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75945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계약서 30건 전수 · 합격선(재현율 ≥90%)은 측정 전에 고정 · docs/05_베이스라인A_실측.md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 · 실측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무엇을 막고 무엇을 통과시키나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A8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93.3%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0482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 탐지율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3134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추출 경유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13716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A8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017520" y="20482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정상거래 오탐률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23134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시나리오 2종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77840" y="13716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14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16.7%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577840" y="20482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정규식 경유 탐지율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7840" y="23134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게이트가 사실상 꺼짐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788920"/>
            <a:ext cx="8138160" cy="960120"/>
          </a:xfrm>
          <a:prstGeom prst="roundRect">
            <a:avLst>
              <a:gd name="adj" fmla="val 7619"/>
            </a:avLst>
          </a:prstGeom>
          <a:solidFill>
            <a:srgbClr val="3A2320"/>
          </a:solidFill>
          <a:ln w="12700">
            <a:solidFill>
              <a:srgbClr val="3A23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944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알려진 사각지대 — 위조 수정합의서는 통과합니다 (30건 전건 미탐)
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S16은 지시의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보지 문서의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진위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보지 않습니다. 통과할 것을 알면서 평가셋에 넣었습니다.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8862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시나리오를 넣은 것이 핵심입니다 — 오탐률 없는 탐지율은 의미가 없습니다. 전부 차단하면 100%입니다.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75945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계약서 30건 × 시나리오 5 = 150건 전수. 자체 설계 시나리오이며 실제 사기 탐지 성능이 아닙니다 — docs/06 §5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적정성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LLM은 판정하지 않습니다 — 코드가 강제합니다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80744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1732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9848" y="13441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권한이 스키마에 없다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9848" y="165506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추출 스키마에 verdict·score·approve 필드가 존재하지 않습니다. 등급은 결정론 규칙 테이블이 정합니다.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340864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37744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69848" y="230428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지시와 데이터를 분리한다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69848" y="261518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계약서 본문은 system이 아니라 user 메시지의 구분자 안에만 들어갑니다.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300984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33756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69848" y="326440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근거를 원문과 대조한다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69848" y="35753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LLM이 반환한 근거 구간이 원문에 없으면 그 값을 버립니다. 인젝션이 노리는 건 등급이 아니라 추출값입니다.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11480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24506B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42245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그리고 위험 판정이 나오면 사람 승인 없이는 못 지나갑니다.
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게이트는 승인 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받지 않고 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문자열만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받아 원장에서 조회합니다 — 모델이 승인을 지어낼 경로가 타입 수준에 없습니다.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측정한 것과 모르는 것을 나눠 적습니다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3977640" cy="2651760"/>
          </a:xfrm>
          <a:prstGeom prst="roundRect">
            <a:avLst>
              <a:gd name="adj" fmla="val 2759"/>
            </a:avLst>
          </a:prstGeom>
          <a:solidFill>
            <a:srgbClr val="12352E"/>
          </a:solidFill>
          <a:ln w="12700">
            <a:solidFill>
              <a:srgbClr val="1235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44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측정했습니다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계약서 조항 존재율 — 실물 151건</a:t>
            </a:r>
            <a:endParaRPr lang="en-US" sz="115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무역 62건 · 국문 49건 추가 집계</a:t>
            </a:r>
            <a:endParaRPr lang="en-US" sz="115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추출 정확도 A/C — 30건 전수</a:t>
            </a:r>
            <a:endParaRPr lang="en-US" sz="115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탐지율·오탐률 — 150건 전수</a:t>
            </a:r>
            <a:endParaRPr lang="en-US" sz="115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122건, 외부 API 없이 1초 미만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298448"/>
            <a:ext cx="3886200" cy="2651760"/>
          </a:xfrm>
          <a:prstGeom prst="roundRect">
            <a:avLst>
              <a:gd name="adj" fmla="val 2759"/>
            </a:avLst>
          </a:prstGeom>
          <a:solidFill>
            <a:srgbClr val="3A2320"/>
          </a:solidFill>
          <a:ln w="12700">
            <a:solidFill>
              <a:srgbClr val="3A23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444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모릅니다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1783080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사기 탐지 성능 — 자체 시나리오입니다</a:t>
            </a:r>
            <a:endParaRPr lang="en-US" sz="115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국문 실물 계약서 조항 존재율 — 표본 0건</a:t>
            </a:r>
            <a:endParaRPr lang="en-US" sz="115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은행 트래픽의 오탐률</a:t>
            </a:r>
            <a:endParaRPr lang="en-US" sz="115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위조 수정합의서는 못 막습니다</a:t>
            </a:r>
            <a:endParaRPr lang="en-US" sz="115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계약서 이메일 기재율 — 국문 0.0%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측정이 틀렸던 경위까지 기록했습니다 — 라벨 8건을 사후 정정했고 그 과정을 문서에 남겼습니다.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계획 · 실현 가능성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지금 동작하는 것과, 본선까지 만들 것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3977640" cy="2103120"/>
          </a:xfrm>
          <a:prstGeom prst="roundRect">
            <a:avLst>
              <a:gd name="adj" fmla="val 3478"/>
            </a:avLst>
          </a:prstGeom>
          <a:solidFill>
            <a:srgbClr val="12352E"/>
          </a:solidFill>
          <a:ln w="12700">
            <a:solidFill>
              <a:srgbClr val="1235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264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예선 제출 시점 — 동작합니다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55648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계약서 판독 — 정규식·LLM 2종</a:t>
            </a:r>
            <a:endParaRPr lang="en-US" sz="11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대조 신호 S9·S10·S11·S12·S16</a:t>
            </a:r>
            <a:endParaRPr lang="en-US" sz="11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규칙 테이블 11개 + 도달성 검사</a:t>
            </a:r>
            <a:endParaRPr lang="en-US" sz="11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 게이트 + 원장 — 1회용·건·계좌 결박·TTL</a:t>
            </a:r>
            <a:endParaRPr lang="en-US" sz="11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인젝션 3중 방어 · 근거 원문 대조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298448"/>
            <a:ext cx="3886200" cy="2103120"/>
          </a:xfrm>
          <a:prstGeom prst="roundRect">
            <a:avLst>
              <a:gd name="adj" fmla="val 3478"/>
            </a:avLst>
          </a:prstGeom>
          <a:solidFill>
            <a:srgbClr val="1B3C5E"/>
          </a:solidFill>
          <a:ln w="12700">
            <a:solidFill>
              <a:srgbClr val="1B3C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4264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본선까지 (2026-09-02)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83480" y="1755648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보조 신호 LLM 축 (M6·M7·M8)</a:t>
            </a:r>
            <a:endParaRPr lang="en-US" sz="11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근거 서술 (현재는 결정론 문장)</a:t>
            </a:r>
            <a:endParaRPr lang="en-US" sz="11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송금 신청 화면 시뮬레이터</a:t>
            </a:r>
            <a:endParaRPr lang="en-US" sz="11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무역·국문 실물 표본 확대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584448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24506B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7307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실현 가능성의 근거 — 외부 의존이 없습니다.
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법정 제출 서류만 사용해 은행 내부 API 의존 0 · 코어는 표준 라이브러리만 · 테스트 122건이 API 키 없이 완주합니다.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515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계좌번호는 사기범이 바꿀 수 있습니다.
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3년 전 계약서의 </a:t>
            </a:r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"변경은 서면으로"</a:t>
            </a:r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는 못 바꿉니다.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880360"/>
            <a:ext cx="2011680" cy="2743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3154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은행은 이미 그 계약서를 받고 있습니다. 읽기만 하면 됩니다.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42976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Payee Guard</a:t>
            </a:r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제8회 KB A.I Challenge 예선   ·   금융 자유주제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KB Payee Guard — 기술설명서</dc:title>
  <dc:subject>PptxGenJS Presentation</dc:subject>
  <dc:creator>KB Payee Guard</dc:creator>
  <cp:lastModifiedBy>KB Payee Guard</cp:lastModifiedBy>
  <cp:revision>1</cp:revision>
  <dcterms:created xsi:type="dcterms:W3CDTF">2026-08-02T09:49:13Z</dcterms:created>
  <dcterms:modified xsi:type="dcterms:W3CDTF">2026-08-02T09:49:13Z</dcterms:modified>
</cp:coreProperties>
</file>